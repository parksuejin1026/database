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12151-D124-86DF-08CA-C9D9A72C8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F70F42-D815-8163-3BB2-DDFDAB31C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8BB084-256C-A601-983D-A91D91A6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FC910-2C9A-1E11-3128-35B7BFDA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11DB24-E3DC-EBD6-4683-A9944EAE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24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B69C1-B776-D0A6-EC16-E21BF83F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C8B98-154F-0D9A-5B02-709864031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AC536-7CAA-9BD5-43EB-6C220260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4B2607-A56D-0A27-9183-CD7DEE20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B3BB9-DE5B-B096-5BCF-3E2468F5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46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D30C3-98E7-D5F0-C73E-C1A39ECE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792774-F3DC-835C-468F-C280D9A7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261B82-0F07-7F55-DF05-6FB0746A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7CFE86-9C7B-945F-E1D2-1085A880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127D1-17A4-D262-28AE-508EE430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50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920A4-0143-DB67-E358-1EA3AC47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F816B-67BC-4BD2-FC0A-B2EE1AE7D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304764-6C6B-37BF-7895-59DA2F0D0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2722F8-F2D3-C169-95D6-65BDCB23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EF9A1D-1DC1-E2CF-BE4E-9F1D7D29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5D1146-8627-205B-7755-BB572569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27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57426-F587-4183-5640-58C80677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51DC88-CD64-8CBF-5532-5C163AF3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6F8E24-6D96-477C-8DD9-33BE9933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799572-0A27-BBCD-C1DA-FB1D664A6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851D35-B2B4-FE97-AC71-DF697E81F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F36651-1884-EA7D-5B69-E3272B36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C9F80B-CEC8-420C-E043-985DEBC9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E20BFB-F1D7-01D6-6D94-CF10F272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29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07260-D479-D994-DAE8-6161C210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AC942E-1670-F386-D27E-29490755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957218-CF6B-BAB0-1B69-56390017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360BE1-C33C-03D1-8AD1-51A225AB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64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ED7724-0E3D-DE87-D871-F95BC360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DB7464-CB8E-DF05-B0C1-86DA96DB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2F8EC5-0423-44F8-1778-0591088C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01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678FB-EB28-436A-181D-3694B36C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E7F71E-1DB0-232A-B69E-84B9E2AF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2C4F54-2F8C-B014-10E6-1AB821304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8281ED-0B77-7E02-A4E4-E0D72D04E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1644BF-CC6D-8AAE-35B6-D8F32D097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DAC982-8C64-041D-AC8C-2D2B705E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82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BBA7D-25EE-8EE1-3147-70877F62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A4A4BD-C52F-C8AA-D3C4-0D4D39718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6D06CC-B6BE-B923-D47E-CF46F8F8E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B2FFB-B2DC-A540-735D-E168E4ED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E77DC7-110C-1BD5-5E52-67A71D49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C1C2D8-D922-0BEF-694F-E91F9708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5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6C3B6-0AE0-42EC-0488-1E1B9F843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30E62E-3110-4AC4-3C25-00CAC45EE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7C7935-F424-8395-8994-CD0518D7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54156-0273-EBA0-6B86-375CCFA0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D5D67-C81D-7EB6-65AC-A73B729A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F626D9-C4A5-58B7-F25A-CAF6D87E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7E3554-7571-9C71-438C-B26124280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045E3-FD85-0B4C-630C-C9013B6F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3AA39-B35E-3354-DC1A-483614B7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7DCE6-4A12-37D2-3F05-0BB25669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02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AD3190-6A96-725A-1351-C7BBFA4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D41FFD-10CD-74FC-D7C7-5E555943B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7F7DA-5780-9EA8-EE89-6A2CB2174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1BE35-B5E1-42F4-BF67-CED1543154F7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24C3D5-E1C4-7D19-B37A-49D1D03F0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CA1F2-F83E-453E-7498-2D9B27AF3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74760-E62D-4984-B468-DDB0752FE0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4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23466-173C-8289-3D62-440734601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500"/>
              <a:t>에러코드 과제</a:t>
            </a:r>
            <a:endParaRPr lang="ko-KR" altLang="en-US" sz="45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3A7012-D856-B537-82D6-656D952F2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20251285 </a:t>
            </a:r>
            <a:r>
              <a:rPr lang="ko-KR" altLang="en-US" dirty="0"/>
              <a:t>박수진</a:t>
            </a:r>
          </a:p>
        </p:txBody>
      </p:sp>
    </p:spTree>
    <p:extLst>
      <p:ext uri="{BB962C8B-B14F-4D97-AF65-F5344CB8AC3E}">
        <p14:creationId xmlns:p14="http://schemas.microsoft.com/office/powerpoint/2010/main" val="126268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62FF5-67F6-070C-973F-4ED04E3E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00" dirty="0"/>
              <a:t>오늘의 에러코드 </a:t>
            </a:r>
            <a:r>
              <a:rPr lang="en-US" altLang="ko-KR" sz="3500" dirty="0"/>
              <a:t>(error</a:t>
            </a:r>
            <a:r>
              <a:rPr lang="ko-KR" altLang="en-US" sz="3500" dirty="0"/>
              <a:t> </a:t>
            </a:r>
            <a:r>
              <a:rPr lang="en-US" altLang="ko-KR" sz="3500" dirty="0"/>
              <a:t>1452)</a:t>
            </a:r>
            <a:endParaRPr lang="ko-KR" altLang="en-US" sz="35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84667-E290-758C-B1A4-F255E0785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Operation failed: There was an error while applying the SQL script to the database.</a:t>
            </a:r>
          </a:p>
          <a:p>
            <a:pPr marL="0" indent="0">
              <a:buNone/>
            </a:pPr>
            <a:r>
              <a:rPr lang="en-US" altLang="ko-KR" sz="1200" dirty="0"/>
              <a:t>Executing:</a:t>
            </a:r>
          </a:p>
          <a:p>
            <a:pPr marL="0" indent="0">
              <a:buNone/>
            </a:pPr>
            <a:r>
              <a:rPr lang="en-US" altLang="ko-KR" sz="1200" dirty="0"/>
              <a:t>INSERT INTO 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 (`num`, 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prodName</a:t>
            </a:r>
            <a:r>
              <a:rPr lang="en-US" altLang="ko-KR" sz="1200" dirty="0"/>
              <a:t>`, `price`, `amount`) VALUES ('', 'KHD', '</a:t>
            </a:r>
            <a:r>
              <a:rPr lang="ko-KR" altLang="en-US" sz="1200" dirty="0"/>
              <a:t>운동화</a:t>
            </a:r>
            <a:r>
              <a:rPr lang="en-US" altLang="ko-KR" sz="1200" dirty="0"/>
              <a:t>', '30', '2');</a:t>
            </a:r>
          </a:p>
          <a:p>
            <a:pPr marL="0" indent="0">
              <a:buNone/>
            </a:pPr>
            <a:r>
              <a:rPr lang="en-US" altLang="ko-KR" sz="1200" dirty="0"/>
              <a:t>NSERT INTO 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 (`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prodName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groupName</a:t>
            </a:r>
            <a:r>
              <a:rPr lang="en-US" altLang="ko-KR" sz="1200" dirty="0"/>
              <a:t>`, `price`, `amount`) VALUES ('KHD', '</a:t>
            </a:r>
            <a:r>
              <a:rPr lang="ko-KR" altLang="en-US" sz="1200" dirty="0"/>
              <a:t>노트북</a:t>
            </a:r>
            <a:r>
              <a:rPr lang="en-US" altLang="ko-KR" sz="1200" dirty="0"/>
              <a:t>', '</a:t>
            </a:r>
            <a:r>
              <a:rPr lang="ko-KR" altLang="en-US" sz="1200" dirty="0"/>
              <a:t>전자</a:t>
            </a:r>
            <a:r>
              <a:rPr lang="en-US" altLang="ko-KR" sz="1200" dirty="0"/>
              <a:t>','1000', '1');</a:t>
            </a:r>
          </a:p>
          <a:p>
            <a:pPr marL="0" indent="0">
              <a:buNone/>
            </a:pPr>
            <a:r>
              <a:rPr lang="en-US" altLang="ko-KR" sz="1200" dirty="0"/>
              <a:t>INSERT INTO 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 (`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prodName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groupName</a:t>
            </a:r>
            <a:r>
              <a:rPr lang="en-US" altLang="ko-KR" sz="1200" dirty="0"/>
              <a:t>`, `price`, `amount`) VALUES ('KYM', '</a:t>
            </a:r>
            <a:r>
              <a:rPr lang="ko-KR" altLang="en-US" sz="1200" dirty="0"/>
              <a:t>모니터</a:t>
            </a:r>
            <a:r>
              <a:rPr lang="en-US" altLang="ko-KR" sz="1200" dirty="0"/>
              <a:t>', '</a:t>
            </a:r>
            <a:r>
              <a:rPr lang="ko-KR" altLang="en-US" sz="1200" dirty="0"/>
              <a:t>전자</a:t>
            </a:r>
            <a:r>
              <a:rPr lang="en-US" altLang="ko-KR" sz="1200" dirty="0"/>
              <a:t>', '200', '1');</a:t>
            </a:r>
          </a:p>
          <a:p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ERROR 1366: 1366: Incorrect integer value: '' for column 'num' at row 1</a:t>
            </a:r>
          </a:p>
          <a:p>
            <a:pPr marL="0" indent="0">
              <a:buNone/>
            </a:pPr>
            <a:r>
              <a:rPr lang="en-US" altLang="ko-KR" sz="1200" dirty="0"/>
              <a:t>SQL Statement:</a:t>
            </a:r>
          </a:p>
          <a:p>
            <a:pPr marL="0" indent="0">
              <a:buNone/>
            </a:pPr>
            <a:r>
              <a:rPr lang="en-US" altLang="ko-KR" sz="1200" dirty="0"/>
              <a:t>INSERT INTO 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 (`num`, 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prodName</a:t>
            </a:r>
            <a:r>
              <a:rPr lang="en-US" altLang="ko-KR" sz="1200" dirty="0"/>
              <a:t>`, `price`, `amount`) VALUES ('', 'KHD', '</a:t>
            </a:r>
            <a:r>
              <a:rPr lang="ko-KR" altLang="en-US" sz="1200" dirty="0"/>
              <a:t>운동화</a:t>
            </a:r>
            <a:r>
              <a:rPr lang="en-US" altLang="ko-KR" sz="1200" dirty="0"/>
              <a:t>', '30', '2')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ERROR 1452: 1452: Cannot add or update a child row: a foreign key constraint fails (`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`, CONSTRAINT `buytbl_ibfk_1` FOREIGN KEY (`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`) REFERENCES `</a:t>
            </a:r>
            <a:r>
              <a:rPr lang="en-US" altLang="ko-KR" sz="1200" dirty="0" err="1"/>
              <a:t>usertbl</a:t>
            </a:r>
            <a:r>
              <a:rPr lang="en-US" altLang="ko-KR" sz="1200" dirty="0"/>
              <a:t>` (`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`))</a:t>
            </a:r>
          </a:p>
          <a:p>
            <a:pPr marL="0" indent="0">
              <a:buNone/>
            </a:pPr>
            <a:r>
              <a:rPr lang="en-US" altLang="ko-KR" sz="1200" dirty="0"/>
              <a:t>SQL Statement:</a:t>
            </a:r>
          </a:p>
          <a:p>
            <a:pPr marL="0" indent="0">
              <a:buNone/>
            </a:pPr>
            <a:r>
              <a:rPr lang="en-US" altLang="ko-KR" sz="1200" dirty="0"/>
              <a:t>INSERT INTO `</a:t>
            </a:r>
            <a:r>
              <a:rPr lang="en-US" altLang="ko-KR" sz="1200" dirty="0" err="1"/>
              <a:t>tabledb</a:t>
            </a:r>
            <a:r>
              <a:rPr lang="en-US" altLang="ko-KR" sz="1200" dirty="0"/>
              <a:t>`.`</a:t>
            </a:r>
            <a:r>
              <a:rPr lang="en-US" altLang="ko-KR" sz="1200" dirty="0" err="1"/>
              <a:t>buytbl</a:t>
            </a:r>
            <a:r>
              <a:rPr lang="en-US" altLang="ko-KR" sz="1200" dirty="0"/>
              <a:t>` (`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prodName</a:t>
            </a:r>
            <a:r>
              <a:rPr lang="en-US" altLang="ko-KR" sz="1200" dirty="0"/>
              <a:t>`, `</a:t>
            </a:r>
            <a:r>
              <a:rPr lang="en-US" altLang="ko-KR" sz="1200" dirty="0" err="1"/>
              <a:t>groupName</a:t>
            </a:r>
            <a:r>
              <a:rPr lang="en-US" altLang="ko-KR" sz="1200" dirty="0"/>
              <a:t>`, `price`, `amount`) VALUES ('KYM', '</a:t>
            </a:r>
            <a:r>
              <a:rPr lang="ko-KR" altLang="en-US" sz="1200" dirty="0"/>
              <a:t>모니터</a:t>
            </a:r>
            <a:r>
              <a:rPr lang="en-US" altLang="ko-KR" sz="1200" dirty="0"/>
              <a:t>', '</a:t>
            </a:r>
            <a:r>
              <a:rPr lang="ko-KR" altLang="en-US" sz="1200" dirty="0"/>
              <a:t>전자</a:t>
            </a:r>
            <a:r>
              <a:rPr lang="en-US" altLang="ko-KR" sz="1200" dirty="0"/>
              <a:t>', '200', '1')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95738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D04A0-F9FC-7931-67B6-E2789D0D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00" dirty="0"/>
              <a:t>에러 발생 원인 과 해결책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BF9C30-3E03-789F-2C36-8F1448AF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500" dirty="0" err="1"/>
              <a:t>userTBL</a:t>
            </a:r>
            <a:r>
              <a:rPr lang="ko-KR" altLang="en-US" sz="1500" dirty="0"/>
              <a:t>안에 있는 </a:t>
            </a:r>
            <a:r>
              <a:rPr lang="en-US" altLang="ko-KR" sz="1500" dirty="0" err="1"/>
              <a:t>userID</a:t>
            </a:r>
            <a:r>
              <a:rPr lang="ko-KR" altLang="en-US" sz="1500" dirty="0"/>
              <a:t>에 </a:t>
            </a:r>
            <a:r>
              <a:rPr lang="en-US" altLang="ko-KR" sz="1500" dirty="0"/>
              <a:t>KYM</a:t>
            </a:r>
            <a:r>
              <a:rPr lang="ko-KR" altLang="en-US" sz="1500" dirty="0"/>
              <a:t>이 없었기에 오류가 발생</a:t>
            </a:r>
            <a:endParaRPr lang="en-US" altLang="ko-KR" sz="1500" dirty="0"/>
          </a:p>
          <a:p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수정방법 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userTBL</a:t>
            </a:r>
            <a:r>
              <a:rPr lang="ko-KR" altLang="en-US" sz="1500" dirty="0"/>
              <a:t>에 </a:t>
            </a:r>
            <a:r>
              <a:rPr lang="en-US" altLang="ko-KR" sz="1500" dirty="0" err="1"/>
              <a:t>userID</a:t>
            </a:r>
            <a:r>
              <a:rPr lang="ko-KR" altLang="en-US" sz="1500" dirty="0"/>
              <a:t>가 </a:t>
            </a:r>
            <a:r>
              <a:rPr lang="en-US" altLang="ko-KR" sz="1500" dirty="0"/>
              <a:t>KYM</a:t>
            </a:r>
            <a:r>
              <a:rPr lang="ko-KR" altLang="en-US" sz="1500" dirty="0"/>
              <a:t>인 사용자 데이터를 추가한다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05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CA240-22F5-B1E1-62AA-BF709E43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ERROR 1062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1A5098B-2B19-2DC8-E4D3-7D55238FA3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4147064"/>
          <a:ext cx="10515600" cy="1742009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2981201"/>
                    </a:ext>
                  </a:extLst>
                </a:gridCol>
              </a:tblGrid>
              <a:tr h="1742009">
                <a:tc>
                  <a:txBody>
                    <a:bodyPr/>
                    <a:lstStyle/>
                    <a:p>
                      <a:r>
                        <a:rPr lang="en-US" dirty="0"/>
                        <a:t>INSERT INTO </a:t>
                      </a:r>
                      <a:r>
                        <a:rPr lang="en-US" dirty="0" err="1"/>
                        <a:t>userTBL</a:t>
                      </a:r>
                      <a:r>
                        <a:rPr lang="en-US" dirty="0"/>
                        <a:t> VALUES ('YJS', '</a:t>
                      </a:r>
                      <a:r>
                        <a:rPr lang="ko-KR" altLang="en-US" dirty="0"/>
                        <a:t>유재석</a:t>
                      </a:r>
                      <a:r>
                        <a:rPr lang="en-US" altLang="ko-KR" dirty="0"/>
                        <a:t>', 1972, '</a:t>
                      </a:r>
                      <a:r>
                        <a:rPr lang="ko-KR" altLang="en-US" dirty="0"/>
                        <a:t>서울</a:t>
                      </a:r>
                      <a:r>
                        <a:rPr lang="en-US" altLang="ko-KR" dirty="0"/>
                        <a:t>', '010', '11111111', 178, '2008-8-8')</a:t>
                      </a:r>
                    </a:p>
                    <a:p>
                      <a:r>
                        <a:rPr lang="en-US" dirty="0"/>
                        <a:t>Error Code: 1062. Duplicate entry 'YJS' for key '</a:t>
                      </a:r>
                      <a:r>
                        <a:rPr lang="en-US" dirty="0" err="1"/>
                        <a:t>usertbl.PRIMARY</a:t>
                      </a:r>
                      <a:r>
                        <a:rPr lang="en-US" dirty="0"/>
                        <a:t>'</a:t>
                      </a:r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7933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3286DF-3046-AE4F-008B-246551F9B5C4}"/>
              </a:ext>
            </a:extLst>
          </p:cNvPr>
          <p:cNvSpPr txBox="1"/>
          <p:nvPr/>
        </p:nvSpPr>
        <p:spPr>
          <a:xfrm>
            <a:off x="838200" y="1623609"/>
            <a:ext cx="9585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수정방법 </a:t>
            </a:r>
            <a:r>
              <a:rPr lang="en-US" altLang="ko-KR" dirty="0"/>
              <a:t>: </a:t>
            </a:r>
            <a:r>
              <a:rPr lang="ko-KR" altLang="en-US" dirty="0"/>
              <a:t>데이터베이스를 초기화 하여 입력한다</a:t>
            </a:r>
            <a:endParaRPr lang="en-US" altLang="ko-KR" dirty="0"/>
          </a:p>
          <a:p>
            <a:r>
              <a:rPr lang="en-US" altLang="ko-KR" dirty="0"/>
              <a:t>		drop database if exists </a:t>
            </a:r>
            <a:r>
              <a:rPr lang="en-US" altLang="ko-KR" dirty="0" err="1"/>
              <a:t>cookDB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create data </a:t>
            </a:r>
            <a:r>
              <a:rPr lang="en-US" altLang="ko-KR" dirty="0" err="1"/>
              <a:t>cookDB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use </a:t>
            </a:r>
            <a:r>
              <a:rPr lang="en-US" altLang="ko-KR" dirty="0" err="1"/>
              <a:t>cookDB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</a:t>
            </a:r>
            <a:r>
              <a:rPr lang="ko-KR" altLang="en-US" dirty="0"/>
              <a:t>이 코드를 </a:t>
            </a:r>
            <a:r>
              <a:rPr lang="en-US" altLang="ko-KR" dirty="0" err="1"/>
              <a:t>userTBL</a:t>
            </a:r>
            <a:r>
              <a:rPr lang="en-US" altLang="ko-KR" dirty="0"/>
              <a:t>, </a:t>
            </a:r>
            <a:r>
              <a:rPr lang="en-US" altLang="ko-KR" dirty="0" err="1"/>
              <a:t>buyTBL</a:t>
            </a:r>
            <a:r>
              <a:rPr lang="ko-KR" altLang="en-US" dirty="0"/>
              <a:t>을 생성하는 </a:t>
            </a:r>
            <a:r>
              <a:rPr lang="en-US" altLang="ko-KR" dirty="0" err="1"/>
              <a:t>sql</a:t>
            </a:r>
            <a:r>
              <a:rPr lang="ko-KR" altLang="en-US" dirty="0"/>
              <a:t>파일에 입력</a:t>
            </a:r>
            <a:br>
              <a:rPr lang="en-US" altLang="ko-KR" dirty="0"/>
            </a:br>
            <a:r>
              <a:rPr lang="en-US" altLang="ko-KR" dirty="0"/>
              <a:t>	   </a:t>
            </a:r>
          </a:p>
          <a:p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 err="1"/>
              <a:t>기본키인</a:t>
            </a:r>
            <a:r>
              <a:rPr lang="ko-KR" altLang="en-US" dirty="0"/>
              <a:t> </a:t>
            </a:r>
            <a:r>
              <a:rPr lang="en-US" altLang="ko-KR" dirty="0"/>
              <a:t>YJS</a:t>
            </a:r>
            <a:r>
              <a:rPr lang="ko-KR" altLang="en-US" dirty="0"/>
              <a:t>가 중복 입력되어 에러가 발생한다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485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9675D-E149-15D1-1172-BBEAD492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ERROR 1140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B1DCA-7268-0BF6-A2D5-572C8BEA0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11:13:05	select </a:t>
            </a:r>
            <a:r>
              <a:rPr lang="en-US" altLang="ko-KR" dirty="0" err="1"/>
              <a:t>userName</a:t>
            </a:r>
            <a:r>
              <a:rPr lang="en-US" altLang="ko-KR" dirty="0"/>
              <a:t>, max(height), min(height) from </a:t>
            </a:r>
            <a:r>
              <a:rPr lang="en-US" altLang="ko-KR" dirty="0" err="1"/>
              <a:t>usertbl</a:t>
            </a:r>
            <a:r>
              <a:rPr lang="en-US" altLang="ko-KR" dirty="0"/>
              <a:t> LIMIT 0, 2000	Error Code: 1140. In aggregated query without GROUP BY, expression #1 of SELECT list contains </a:t>
            </a:r>
            <a:r>
              <a:rPr lang="en-US" altLang="ko-KR" dirty="0" err="1"/>
              <a:t>nonaggregated</a:t>
            </a:r>
            <a:r>
              <a:rPr lang="en-US" altLang="ko-KR" dirty="0"/>
              <a:t> column '</a:t>
            </a:r>
            <a:r>
              <a:rPr lang="en-US" altLang="ko-KR" dirty="0" err="1"/>
              <a:t>cookdb.usertbl.userName</a:t>
            </a:r>
            <a:r>
              <a:rPr lang="en-US" altLang="ko-KR" dirty="0"/>
              <a:t>'; this is incompatible with </a:t>
            </a:r>
            <a:r>
              <a:rPr lang="en-US" altLang="ko-KR" dirty="0" err="1"/>
              <a:t>sql_mode</a:t>
            </a:r>
            <a:r>
              <a:rPr lang="en-US" altLang="ko-KR" dirty="0"/>
              <a:t>=</a:t>
            </a:r>
            <a:r>
              <a:rPr lang="en-US" altLang="ko-KR" dirty="0" err="1"/>
              <a:t>only_full_group_by</a:t>
            </a:r>
            <a:r>
              <a:rPr lang="en-US" altLang="ko-KR" dirty="0"/>
              <a:t>	0.000 sec</a:t>
            </a:r>
          </a:p>
          <a:p>
            <a:pPr marL="0" indent="0">
              <a:buNone/>
            </a:pPr>
            <a:r>
              <a:rPr lang="ko-KR" altLang="en-US" dirty="0"/>
              <a:t>원인 </a:t>
            </a:r>
            <a:r>
              <a:rPr lang="en-US" altLang="ko-KR" dirty="0"/>
              <a:t>: max() </a:t>
            </a:r>
            <a:r>
              <a:rPr lang="ko-KR" altLang="en-US" dirty="0"/>
              <a:t>와 </a:t>
            </a:r>
            <a:r>
              <a:rPr lang="en-US" altLang="ko-KR" dirty="0"/>
              <a:t>min() </a:t>
            </a:r>
            <a:r>
              <a:rPr lang="ko-KR" altLang="en-US" dirty="0"/>
              <a:t>으로 단일결과를 보면서</a:t>
            </a:r>
            <a:r>
              <a:rPr lang="en-US" altLang="ko-KR" dirty="0"/>
              <a:t>, </a:t>
            </a:r>
            <a:r>
              <a:rPr lang="ko-KR" altLang="en-US" dirty="0"/>
              <a:t>누구의 이름인지는 지정하지 않아 발생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해결방법 </a:t>
            </a:r>
            <a:r>
              <a:rPr lang="en-US" altLang="ko-KR" dirty="0"/>
              <a:t>: username</a:t>
            </a:r>
            <a:r>
              <a:rPr lang="ko-KR" altLang="en-US" dirty="0"/>
              <a:t>을 </a:t>
            </a:r>
            <a:r>
              <a:rPr lang="en-US" altLang="ko-KR" dirty="0"/>
              <a:t>group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에 포함시키거나 </a:t>
            </a:r>
            <a:r>
              <a:rPr lang="ko-KR" altLang="en-US" dirty="0" err="1"/>
              <a:t>서브쿼리로</a:t>
            </a:r>
            <a:r>
              <a:rPr lang="ko-KR" altLang="en-US" dirty="0"/>
              <a:t> </a:t>
            </a:r>
            <a:r>
              <a:rPr lang="ko-KR" altLang="en-US" dirty="0" err="1"/>
              <a:t>분리해야된다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73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B0307-AD02-5B0E-F9E3-A68B1836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ERROR</a:t>
            </a:r>
            <a:r>
              <a:rPr lang="ko-KR" altLang="en-US" dirty="0"/>
              <a:t> </a:t>
            </a:r>
            <a:r>
              <a:rPr lang="en-US" altLang="ko-KR" dirty="0"/>
              <a:t>CODE [1062] 2025.11.11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13F93-E271-49FE-2990-292B7E38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Error Code: 1062. Duplicate entry '1' for key 'testtbl1.PRIMARY’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원인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primary key</a:t>
            </a:r>
            <a:r>
              <a:rPr lang="ko-KR" altLang="en-US" dirty="0"/>
              <a:t>인 </a:t>
            </a:r>
            <a:r>
              <a:rPr lang="en-US" altLang="ko-KR" dirty="0"/>
              <a:t>ID</a:t>
            </a:r>
            <a:r>
              <a:rPr lang="ko-KR" altLang="en-US" dirty="0"/>
              <a:t>값이 중복 입력되었다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해결방법 </a:t>
            </a:r>
            <a:r>
              <a:rPr lang="en-US" altLang="ko-KR" dirty="0"/>
              <a:t>: </a:t>
            </a:r>
            <a:r>
              <a:rPr lang="en-US" altLang="ko-KR" dirty="0" err="1"/>
              <a:t>auto_increment</a:t>
            </a:r>
            <a:r>
              <a:rPr lang="ko-KR" altLang="en-US" dirty="0"/>
              <a:t>를 사용하여 같은 수를 입력 방지한다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9344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EDAB7-5AD3-8FDA-D560-263963A7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2025.11.18 </a:t>
            </a:r>
            <a:r>
              <a:rPr lang="ko-KR" altLang="en-US" dirty="0"/>
              <a:t>에러코드 </a:t>
            </a:r>
            <a:r>
              <a:rPr lang="en-US" altLang="ko-KR" dirty="0"/>
              <a:t>error 1052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4FA24-C120-3A84-7EAB-30E2FE1E0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해결방법 </a:t>
            </a:r>
            <a:r>
              <a:rPr lang="en-US" altLang="ko-KR" dirty="0"/>
              <a:t>: </a:t>
            </a:r>
            <a:r>
              <a:rPr lang="en-US" altLang="ko-KR" dirty="0" err="1"/>
              <a:t>userID</a:t>
            </a:r>
            <a:r>
              <a:rPr lang="ko-KR" altLang="en-US" dirty="0"/>
              <a:t>를 </a:t>
            </a:r>
            <a:r>
              <a:rPr lang="en-US" altLang="ko-KR" dirty="0" err="1"/>
              <a:t>usertbl.userID</a:t>
            </a:r>
            <a:r>
              <a:rPr lang="ko-KR" altLang="en-US" dirty="0"/>
              <a:t>로 변경하여 무슨 테이블을 사용하는 건지 명확히 해준다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en-US" altLang="ko-KR" dirty="0" err="1"/>
              <a:t>userID</a:t>
            </a:r>
            <a:r>
              <a:rPr lang="ko-KR" altLang="en-US" dirty="0"/>
              <a:t>의 값이 어느 테이블의 값을 </a:t>
            </a:r>
            <a:r>
              <a:rPr lang="ko-KR" altLang="en-US" dirty="0" err="1"/>
              <a:t>쓰는건지</a:t>
            </a:r>
            <a:r>
              <a:rPr lang="ko-KR" altLang="en-US" dirty="0"/>
              <a:t> 알 수 없다</a:t>
            </a:r>
            <a:r>
              <a:rPr lang="en-US" altLang="ko-KR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014112:06:52select </a:t>
            </a:r>
            <a:r>
              <a:rPr lang="en-US" altLang="ko-KR" dirty="0" err="1"/>
              <a:t>userID</a:t>
            </a:r>
            <a:r>
              <a:rPr lang="en-US" altLang="ko-KR" dirty="0"/>
              <a:t>, </a:t>
            </a:r>
            <a:r>
              <a:rPr lang="en-US" altLang="ko-KR" dirty="0" err="1"/>
              <a:t>userName</a:t>
            </a:r>
            <a:r>
              <a:rPr lang="en-US" altLang="ko-KR" dirty="0"/>
              <a:t>, </a:t>
            </a:r>
            <a:r>
              <a:rPr lang="en-US" altLang="ko-KR" dirty="0" err="1"/>
              <a:t>prodName</a:t>
            </a:r>
            <a:r>
              <a:rPr lang="en-US" altLang="ko-KR" dirty="0"/>
              <a:t>, </a:t>
            </a:r>
            <a:r>
              <a:rPr lang="en-US" altLang="ko-KR" dirty="0" err="1"/>
              <a:t>addr</a:t>
            </a:r>
            <a:r>
              <a:rPr lang="en-US" altLang="ko-KR" dirty="0"/>
              <a:t>, </a:t>
            </a:r>
            <a:r>
              <a:rPr lang="en-US" altLang="ko-KR" dirty="0" err="1"/>
              <a:t>concat</a:t>
            </a:r>
            <a:r>
              <a:rPr lang="en-US" altLang="ko-KR" dirty="0"/>
              <a:t>(mobile1, mobile2) as '</a:t>
            </a:r>
            <a:r>
              <a:rPr lang="ko-KR" altLang="en-US" dirty="0"/>
              <a:t>연락처</a:t>
            </a:r>
            <a:r>
              <a:rPr lang="en-US" altLang="ko-KR" dirty="0"/>
              <a:t>' 	from </a:t>
            </a:r>
            <a:r>
              <a:rPr lang="en-US" altLang="ko-KR" dirty="0" err="1"/>
              <a:t>buytbl</a:t>
            </a:r>
            <a:r>
              <a:rPr lang="en-US" altLang="ko-KR" dirty="0"/>
              <a:t> 		inner join </a:t>
            </a:r>
            <a:r>
              <a:rPr lang="en-US" altLang="ko-KR" dirty="0" err="1"/>
              <a:t>usertbl</a:t>
            </a:r>
            <a:r>
              <a:rPr lang="en-US" altLang="ko-KR" dirty="0"/>
              <a:t> 			on </a:t>
            </a:r>
            <a:r>
              <a:rPr lang="en-US" altLang="ko-KR" dirty="0" err="1"/>
              <a:t>buytbl.userID</a:t>
            </a:r>
            <a:r>
              <a:rPr lang="en-US" altLang="ko-KR" dirty="0"/>
              <a:t> = </a:t>
            </a:r>
            <a:r>
              <a:rPr lang="en-US" altLang="ko-KR" dirty="0" err="1"/>
              <a:t>usertbl.userID</a:t>
            </a:r>
            <a:r>
              <a:rPr lang="en-US" altLang="ko-KR" dirty="0"/>
              <a:t> LIMIT 0, 1000Error Code: 1052. Column '</a:t>
            </a:r>
            <a:r>
              <a:rPr lang="en-US" altLang="ko-KR" dirty="0" err="1"/>
              <a:t>userID</a:t>
            </a:r>
            <a:r>
              <a:rPr lang="en-US" altLang="ko-KR" dirty="0"/>
              <a:t>' in field list is ambiguous0.000 sec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97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610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에러코드 과제</vt:lpstr>
      <vt:lpstr>오늘의 에러코드 (error 1452)</vt:lpstr>
      <vt:lpstr>에러 발생 원인 과 해결책</vt:lpstr>
      <vt:lpstr>ERROR 1062</vt:lpstr>
      <vt:lpstr>ERROR 1140</vt:lpstr>
      <vt:lpstr>ERROR CODE [1062] 2025.11.11</vt:lpstr>
      <vt:lpstr>2025.11.18 에러코드 error 1052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214</dc:creator>
  <cp:lastModifiedBy>214</cp:lastModifiedBy>
  <cp:revision>6</cp:revision>
  <dcterms:created xsi:type="dcterms:W3CDTF">2025-09-30T03:31:53Z</dcterms:created>
  <dcterms:modified xsi:type="dcterms:W3CDTF">2025-11-18T03:27:02Z</dcterms:modified>
</cp:coreProperties>
</file>